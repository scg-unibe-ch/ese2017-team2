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4" r:id="rId4"/>
    <p:sldId id="265" r:id="rId5"/>
    <p:sldId id="259" r:id="rId6"/>
    <p:sldId id="258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rdana Jaha" initials="DJ" lastIdx="3" clrIdx="0">
    <p:extLst>
      <p:ext uri="{19B8F6BF-5375-455C-9EA6-DF929625EA0E}">
        <p15:presenceInfo xmlns:p15="http://schemas.microsoft.com/office/powerpoint/2012/main" userId="Dardana Jah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94660"/>
  </p:normalViewPr>
  <p:slideViewPr>
    <p:cSldViewPr snapToGrid="0">
      <p:cViewPr varScale="1">
        <p:scale>
          <a:sx n="91" d="100"/>
          <a:sy n="91" d="100"/>
        </p:scale>
        <p:origin x="63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D56B04-8EAC-4BFB-9C34-868FF10EDBAC}" type="datetimeFigureOut">
              <a:rPr lang="en-GB" smtClean="0"/>
              <a:t>26/11/2017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E75F3B-3790-4851-9A7C-8EF1D47A592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2292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39A9A-B4B0-4B32-B8CD-2E25E95134C4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E21DC-8981-44E6-BC8C-2BA8F673FFBB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9C5D3-0140-4E75-8D7F-C0623D06DFD7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5666F9-5B40-48E0-8DFD-99EF944CDD22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8D6B-2C72-4E21-9893-A649C6E2A47D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811C9-A66C-49F0-970E-F7B68D9109A0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1AE78-96A2-4A23-B183-3B6DB4374FE7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E0757-B101-4811-9189-10EB2F458E2D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DC078-589F-40E3-816C-EE21D62B5BBA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518A9-B687-4302-9395-2322403C6656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9A684-0CB7-41E9-A4DF-5D1C2CA5BF6F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D7C35-9E19-4518-A4B2-3B09CD8CC756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96DA8-8897-4DDF-BFB6-5D83863C837A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BA708-C5F0-412D-90E2-1919F0D196AE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8F8FA-EF43-4642-9368-3F4E33039BD9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1E721-B01C-4D5D-A3CA-2E5518383F10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6513FEF9-69D0-4F8C-A336-59491FBEDC47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004436-CA73-4D53-89B4-2A5C7347BF2F}" type="datetimeFigureOut">
              <a:rPr lang="en-US" dirty="0"/>
              <a:t>11/26/2017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228600" algn="ctr" rotWithShape="0">
              <a:prstClr val="black">
                <a:alpha val="53000"/>
              </a:prst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3FE4-D0CD-4A77-9BF5-040EB7E0B5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>
                <a:latin typeface="Mongolian Baiti" panose="03000500000000000000" pitchFamily="66" charset="0"/>
                <a:cs typeface="Mongolian Baiti" panose="03000500000000000000" pitchFamily="66" charset="0"/>
              </a:rPr>
              <a:t>Anitrans</a:t>
            </a:r>
            <a:endParaRPr lang="en-GB" dirty="0">
              <a:latin typeface="Mongolian Baiti" panose="03000500000000000000" pitchFamily="66" charset="0"/>
              <a:cs typeface="Mongolian Baiti" panose="03000500000000000000" pitchFamily="66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BA32C8-ACE6-448E-9DA3-E26D742059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ESE 2017-TEAM 2</a:t>
            </a:r>
            <a:br>
              <a:rPr lang="de-CH" dirty="0"/>
            </a:br>
            <a:r>
              <a:rPr lang="de-CH" dirty="0"/>
              <a:t>Jan Eich, Renda Badar, Albana Jaha and Dardana Jaha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73D6B-E21E-4A51-9969-4D26FBC6E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389" y="2733709"/>
            <a:ext cx="1308175" cy="130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3270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8AD84-1DE6-4595-8387-F70A69008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Table of contents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257F0E-5EEC-41D2-B7E5-9504FF19C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Features</a:t>
            </a:r>
          </a:p>
          <a:p>
            <a:r>
              <a:rPr lang="de-CH" dirty="0"/>
              <a:t>Demo of the product</a:t>
            </a:r>
          </a:p>
          <a:p>
            <a:r>
              <a:rPr lang="de-CH" dirty="0"/>
              <a:t>Development process</a:t>
            </a:r>
          </a:p>
          <a:p>
            <a:r>
              <a:rPr lang="de-CH" dirty="0"/>
              <a:t>Questions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715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5008A-464A-4557-AB70-942648472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Features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4EE4F-0A4C-488F-8500-BB0035909D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91F8DA-FCEC-4233-B7A9-3515D90B625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0684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512FF-2AE3-45B1-9B19-7795BE124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Demo of the product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6F6CD-96E7-478D-9269-AE5207EB31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5061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5460E-640A-45EA-A1B2-AC317B819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/>
          <a:lstStyle/>
          <a:p>
            <a:r>
              <a:rPr lang="de-CH"/>
              <a:t>Development process</a:t>
            </a:r>
            <a:endParaRPr lang="en-GB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F9144DC-BCA4-4775-AEB9-14F342BC14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6546" t="21671" r="26619" b="22325"/>
          <a:stretch/>
        </p:blipFill>
        <p:spPr>
          <a:xfrm>
            <a:off x="5638496" y="3125538"/>
            <a:ext cx="2021983" cy="201554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14A345-01B0-4177-B3D4-09C755CC8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/>
          <a:lstStyle/>
          <a:p>
            <a:r>
              <a:rPr lang="de-CH"/>
              <a:t>Team Meetings: once a week </a:t>
            </a:r>
            <a:br>
              <a:rPr lang="de-CH"/>
            </a:br>
            <a:r>
              <a:rPr lang="de-CH"/>
              <a:t>Communication per: Whatsapp group</a:t>
            </a:r>
            <a:br>
              <a:rPr lang="de-CH"/>
            </a:br>
            <a:r>
              <a:rPr lang="de-CH"/>
              <a:t>Exchanging documents per: Dropbox</a:t>
            </a:r>
            <a:br>
              <a:rPr lang="de-CH"/>
            </a:br>
            <a:r>
              <a:rPr lang="de-CH"/>
              <a:t> </a:t>
            </a:r>
            <a:endParaRPr lang="de-CH" dirty="0"/>
          </a:p>
        </p:txBody>
      </p:sp>
      <p:pic>
        <p:nvPicPr>
          <p:cNvPr id="8" name="Picture 7" descr="A picture containing clipart, object&#10;&#10;Description generated with high confidence">
            <a:extLst>
              <a:ext uri="{FF2B5EF4-FFF2-40B4-BE49-F238E27FC236}">
                <a16:creationId xmlns:a16="http://schemas.microsoft.com/office/drawing/2014/main" id="{9F83FACD-048D-4F62-AB24-85DAF3D73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694" y="3125538"/>
            <a:ext cx="2021984" cy="20219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99831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6C6E9-97FA-48D2-A06E-41A639623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Development process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EEB06-5940-411C-ACE1-449904590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59836" y="2194990"/>
            <a:ext cx="4472327" cy="693135"/>
          </a:xfrm>
        </p:spPr>
        <p:txBody>
          <a:bodyPr/>
          <a:lstStyle/>
          <a:p>
            <a:r>
              <a:rPr lang="de-CH" dirty="0"/>
              <a:t>Projects tool: Github Project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35CA987-F637-43F0-B3DC-74E3BE1EBE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1319" y="3030008"/>
            <a:ext cx="6054681" cy="3714174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9E38A9D-E6F5-4A3A-A276-160F074B9B43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 rotWithShape="1">
          <a:blip r:embed="rId3"/>
          <a:srcRect t="7015"/>
          <a:stretch/>
        </p:blipFill>
        <p:spPr>
          <a:xfrm>
            <a:off x="6096000" y="3030008"/>
            <a:ext cx="6054681" cy="371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893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4EC4C2-799F-421C-BD04-40EE77052CFD}"/>
              </a:ext>
            </a:extLst>
          </p:cNvPr>
          <p:cNvSpPr txBox="1"/>
          <p:nvPr/>
        </p:nvSpPr>
        <p:spPr>
          <a:xfrm>
            <a:off x="3005070" y="2767280"/>
            <a:ext cx="61818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0" dirty="0"/>
              <a:t>Questions?</a:t>
            </a:r>
            <a:endParaRPr lang="en-GB" sz="8000" dirty="0"/>
          </a:p>
        </p:txBody>
      </p:sp>
    </p:spTree>
    <p:extLst>
      <p:ext uri="{BB962C8B-B14F-4D97-AF65-F5344CB8AC3E}">
        <p14:creationId xmlns:p14="http://schemas.microsoft.com/office/powerpoint/2010/main" val="833122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person posing for the camera&#10;&#10;Description generated with high confidence">
            <a:extLst>
              <a:ext uri="{FF2B5EF4-FFF2-40B4-BE49-F238E27FC236}">
                <a16:creationId xmlns:a16="http://schemas.microsoft.com/office/drawing/2014/main" id="{D217AAC1-4B1F-4A9A-BAC4-4F25441BC2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67828" y="2143942"/>
            <a:ext cx="4732984" cy="452956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94658397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6A9C41"/>
      </a:dk2>
      <a:lt2>
        <a:srgbClr val="E7E6E6"/>
      </a:lt2>
      <a:accent1>
        <a:srgbClr val="A7D535"/>
      </a:accent1>
      <a:accent2>
        <a:srgbClr val="EACA4F"/>
      </a:accent2>
      <a:accent3>
        <a:srgbClr val="FD9850"/>
      </a:accent3>
      <a:accent4>
        <a:srgbClr val="F46442"/>
      </a:accent4>
      <a:accent5>
        <a:srgbClr val="54D289"/>
      </a:accent5>
      <a:accent6>
        <a:srgbClr val="6AD8CB"/>
      </a:accent6>
      <a:hlink>
        <a:srgbClr val="CAFB50"/>
      </a:hlink>
      <a:folHlink>
        <a:srgbClr val="DEFF8B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3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06000"/>
                <a:satMod val="120000"/>
                <a:lumMod val="7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B587E4A9-1405-4B4F-8BC3-512EE08D2E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80</TotalTime>
  <Words>37</Words>
  <Application>Microsoft Office PowerPoint</Application>
  <PresentationFormat>Widescreen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Mongolian Baiti</vt:lpstr>
      <vt:lpstr>Trebuchet MS</vt:lpstr>
      <vt:lpstr>Berlin</vt:lpstr>
      <vt:lpstr>Anitrans</vt:lpstr>
      <vt:lpstr>Table of contents</vt:lpstr>
      <vt:lpstr>Features</vt:lpstr>
      <vt:lpstr>Demo of the product</vt:lpstr>
      <vt:lpstr>Development process</vt:lpstr>
      <vt:lpstr>Development process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Anitrans</dc:title>
  <dc:creator>Dardana Jaha</dc:creator>
  <cp:lastModifiedBy>Dardana Jaha</cp:lastModifiedBy>
  <cp:revision>11</cp:revision>
  <dcterms:created xsi:type="dcterms:W3CDTF">2017-11-26T16:16:00Z</dcterms:created>
  <dcterms:modified xsi:type="dcterms:W3CDTF">2017-11-26T17:41:38Z</dcterms:modified>
</cp:coreProperties>
</file>