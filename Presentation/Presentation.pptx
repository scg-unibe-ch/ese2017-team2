
<file path=[Content_Types].xml><?xml version="1.0" encoding="utf-8"?>
<Types xmlns="http://schemas.openxmlformats.org/package/2006/content-types">
  <Default Extension="png" ContentType="image/png"/>
  <Default Extension="jpg&amp;ehk=Oc4dDZXtKPbFmnwquimleA&amp;r=0&amp;pid=OfficeInsert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59" r:id="rId6"/>
    <p:sldId id="258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rdana Jaha" initials="DJ" lastIdx="3" clrIdx="0">
    <p:extLst>
      <p:ext uri="{19B8F6BF-5375-455C-9EA6-DF929625EA0E}">
        <p15:presenceInfo xmlns:p15="http://schemas.microsoft.com/office/powerpoint/2012/main" userId="Dardana J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56B04-8EAC-4BFB-9C34-868FF10EDBAC}" type="datetimeFigureOut">
              <a:rPr lang="en-GB" smtClean="0"/>
              <a:t>11/12/2017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75F3B-3790-4851-9A7C-8EF1D47A592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29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75F3B-3790-4851-9A7C-8EF1D47A592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0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Our development process became much easier after we started using Github Project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E75F3B-3790-4851-9A7C-8EF1D47A592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378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12/11/2017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&amp;ehk=Oc4dDZXtKPbFmnwquimleA&amp;r=0&amp;pid=OfficeInsert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983FE4-D0CD-4A77-9BF5-040EB7E0B5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>
                <a:latin typeface="Mongolian Baiti" panose="03000500000000000000" pitchFamily="66" charset="0"/>
                <a:cs typeface="Mongolian Baiti" panose="03000500000000000000" pitchFamily="66" charset="0"/>
              </a:rPr>
              <a:t>Anitrans</a:t>
            </a:r>
            <a:endParaRPr lang="en-GB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BBA32C8-ACE6-448E-9DA3-E26D74205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ESE 2017-TEAM 2</a:t>
            </a:r>
            <a:br>
              <a:rPr lang="de-CH" dirty="0"/>
            </a:br>
            <a:r>
              <a:rPr lang="de-CH" dirty="0"/>
              <a:t>Jan Eich, Renda Badar, Albana Jaha and Dardana Jaha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E73D6B-E21E-4A51-9969-4D26FBC6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389" y="2733709"/>
            <a:ext cx="1308175" cy="130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2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B8AD84-1DE6-4595-8387-F70A6900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Table of contents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257F0E-5EEC-41D2-B7E5-9504FF19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Features</a:t>
            </a:r>
          </a:p>
          <a:p>
            <a:r>
              <a:rPr lang="de-CH" dirty="0"/>
              <a:t>Demo of the product</a:t>
            </a:r>
          </a:p>
          <a:p>
            <a:r>
              <a:rPr lang="de-CH" dirty="0"/>
              <a:t>Development process</a:t>
            </a:r>
          </a:p>
          <a:p>
            <a:r>
              <a:rPr lang="de-CH" dirty="0"/>
              <a:t>Highlights and challenges </a:t>
            </a:r>
          </a:p>
          <a:p>
            <a:r>
              <a:rPr lang="de-CH" dirty="0"/>
              <a:t>Questions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15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65008A-464A-4557-AB70-94264847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Features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54EE4F-0A4C-488F-8500-BB0035909D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Animal transport</a:t>
            </a:r>
          </a:p>
          <a:p>
            <a:r>
              <a:rPr lang="en-GB" sz="2400" dirty="0" smtClean="0"/>
              <a:t>Create/Edit trips</a:t>
            </a:r>
          </a:p>
          <a:p>
            <a:r>
              <a:rPr lang="en-GB" sz="2400" dirty="0" smtClean="0"/>
              <a:t>Assign driver and vehicle</a:t>
            </a:r>
          </a:p>
          <a:p>
            <a:endParaRPr lang="en-GB" sz="24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endParaRPr lang="en-GB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5FB9C09F-0C3B-4F4C-B466-82CE57AD7E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94350" y="2449406"/>
            <a:ext cx="4700588" cy="3373651"/>
          </a:xfrm>
        </p:spPr>
      </p:pic>
    </p:spTree>
    <p:extLst>
      <p:ext uri="{BB962C8B-B14F-4D97-AF65-F5344CB8AC3E}">
        <p14:creationId xmlns:p14="http://schemas.microsoft.com/office/powerpoint/2010/main" val="368068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B512FF-2AE3-45B1-9B19-7795BE12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 of the product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8A2E25D-B461-4DD6-93B0-EDE5CBDC5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584" y="2202245"/>
            <a:ext cx="5623333" cy="4383543"/>
          </a:xfrm>
        </p:spPr>
      </p:pic>
    </p:spTree>
    <p:extLst>
      <p:ext uri="{BB962C8B-B14F-4D97-AF65-F5344CB8AC3E}">
        <p14:creationId xmlns:p14="http://schemas.microsoft.com/office/powerpoint/2010/main" val="269506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85460E-640A-45EA-A1B2-AC317B81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Development process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F9144DC-BCA4-4775-AEB9-14F342BC1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6546" t="21671" r="26619" b="22325"/>
          <a:stretch/>
        </p:blipFill>
        <p:spPr>
          <a:xfrm>
            <a:off x="5638496" y="3125538"/>
            <a:ext cx="2021983" cy="201554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C14A345-01B0-4177-B3D4-09C755CC8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/>
              <a:t>Team </a:t>
            </a:r>
            <a:r>
              <a:rPr lang="de-CH" sz="2400" dirty="0" smtClean="0"/>
              <a:t>Meetings</a:t>
            </a:r>
            <a:endParaRPr lang="de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 smtClean="0"/>
              <a:t>Customer Meetings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 err="1" smtClean="0"/>
              <a:t>Github</a:t>
            </a:r>
            <a:endParaRPr lang="de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 err="1" smtClean="0"/>
              <a:t>Whatsapp</a:t>
            </a:r>
            <a:r>
              <a:rPr lang="de-CH" sz="2400" dirty="0" smtClean="0"/>
              <a:t> </a:t>
            </a:r>
            <a:r>
              <a:rPr lang="de-CH" sz="2400" dirty="0"/>
              <a:t>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400" dirty="0" smtClean="0"/>
              <a:t>Dropbox</a:t>
            </a:r>
            <a:endParaRPr lang="de-CH" sz="2400" dirty="0"/>
          </a:p>
        </p:txBody>
      </p:sp>
      <p:pic>
        <p:nvPicPr>
          <p:cNvPr id="8" name="Picture 7" descr="A picture containing clipart, object&#10;&#10;Description generated with high confidence">
            <a:extLst>
              <a:ext uri="{FF2B5EF4-FFF2-40B4-BE49-F238E27FC236}">
                <a16:creationId xmlns:a16="http://schemas.microsoft.com/office/drawing/2014/main" xmlns="" id="{9F83FACD-048D-4F62-AB24-85DAF3D73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694" y="3125538"/>
            <a:ext cx="2021984" cy="20219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998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B6C6E9-97FA-48D2-A06E-41A63962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Development process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C9EEB06-5940-411C-ACE1-44990459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8631" y="2208509"/>
            <a:ext cx="5297238" cy="693135"/>
          </a:xfrm>
        </p:spPr>
        <p:txBody>
          <a:bodyPr>
            <a:noAutofit/>
          </a:bodyPr>
          <a:lstStyle/>
          <a:p>
            <a:r>
              <a:rPr lang="de-CH" sz="2800" dirty="0"/>
              <a:t>Projects tool: Github Project</a:t>
            </a:r>
            <a:endParaRPr lang="en-GB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B35CA987-F637-43F0-B3DC-74E3BE1EBE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0" y="3105064"/>
            <a:ext cx="5608320" cy="375293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39E38A9D-E6F5-4A3A-A276-160F074B9B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4"/>
          <a:stretch/>
        </p:blipFill>
        <p:spPr>
          <a:xfrm>
            <a:off x="5548548" y="3105064"/>
            <a:ext cx="6643452" cy="37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9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7547A9-3FBD-460F-A89A-8A3F9FAF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Highlights and challenges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184372A-EE32-4E90-B239-55D36D6E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Communication within the team</a:t>
            </a:r>
          </a:p>
          <a:p>
            <a:r>
              <a:rPr lang="en-GB" dirty="0" smtClean="0"/>
              <a:t>Assign tasks to team members</a:t>
            </a:r>
          </a:p>
          <a:p>
            <a:r>
              <a:rPr lang="en-GB" dirty="0" smtClean="0"/>
              <a:t>Time management</a:t>
            </a:r>
          </a:p>
          <a:p>
            <a:r>
              <a:rPr lang="en-GB" dirty="0"/>
              <a:t>Using the Spring </a:t>
            </a:r>
            <a:r>
              <a:rPr lang="en-GB" dirty="0" smtClean="0"/>
              <a:t>framework</a:t>
            </a:r>
          </a:p>
          <a:p>
            <a:r>
              <a:rPr lang="en-GB" dirty="0"/>
              <a:t>Customer requests</a:t>
            </a:r>
          </a:p>
          <a:p>
            <a:r>
              <a:rPr lang="en-GB" dirty="0" smtClean="0"/>
              <a:t>Help from assistant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606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74EC4C2-799F-421C-BD04-40EE77052CFD}"/>
              </a:ext>
            </a:extLst>
          </p:cNvPr>
          <p:cNvSpPr txBox="1"/>
          <p:nvPr/>
        </p:nvSpPr>
        <p:spPr>
          <a:xfrm>
            <a:off x="3005070" y="2767280"/>
            <a:ext cx="61818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0" dirty="0"/>
              <a:t>Questions?</a:t>
            </a:r>
            <a:endParaRPr lang="en-GB" sz="8000" dirty="0"/>
          </a:p>
        </p:txBody>
      </p:sp>
    </p:spTree>
    <p:extLst>
      <p:ext uri="{BB962C8B-B14F-4D97-AF65-F5344CB8AC3E}">
        <p14:creationId xmlns:p14="http://schemas.microsoft.com/office/powerpoint/2010/main" val="83312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posing for the camera&#10;&#10;Description generated with high confidence">
            <a:extLst>
              <a:ext uri="{FF2B5EF4-FFF2-40B4-BE49-F238E27FC236}">
                <a16:creationId xmlns:a16="http://schemas.microsoft.com/office/drawing/2014/main" xmlns="" id="{D217AAC1-4B1F-4A9A-BAC4-4F25441BC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5875" y="2545556"/>
            <a:ext cx="3324225" cy="31813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465839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</Words>
  <Application>Microsoft Office PowerPoint</Application>
  <PresentationFormat>Breitbild</PresentationFormat>
  <Paragraphs>34</Paragraphs>
  <Slides>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Mongolian Baiti</vt:lpstr>
      <vt:lpstr>Trebuchet MS</vt:lpstr>
      <vt:lpstr>Berlin</vt:lpstr>
      <vt:lpstr>Anitrans</vt:lpstr>
      <vt:lpstr>Table of contents</vt:lpstr>
      <vt:lpstr>Features</vt:lpstr>
      <vt:lpstr>Demo of the product</vt:lpstr>
      <vt:lpstr>Development process</vt:lpstr>
      <vt:lpstr>Development process</vt:lpstr>
      <vt:lpstr>Highlights and challenges 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Anitrans</dc:title>
  <dc:creator>Dardana Jaha</dc:creator>
  <cp:lastModifiedBy>Jan Eich</cp:lastModifiedBy>
  <cp:revision>25</cp:revision>
  <dcterms:created xsi:type="dcterms:W3CDTF">2017-11-26T16:16:00Z</dcterms:created>
  <dcterms:modified xsi:type="dcterms:W3CDTF">2017-12-11T16:32:18Z</dcterms:modified>
</cp:coreProperties>
</file>